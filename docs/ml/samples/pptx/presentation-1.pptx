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Dropvault sample deck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presentation for file format recognition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