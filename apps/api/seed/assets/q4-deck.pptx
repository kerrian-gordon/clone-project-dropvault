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5CD3"/>
                </a:solidFill>
              </a:rPr>
              <a:t>Dropvault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Sample PowerPoint file for local testing.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demo deck</dc:title>
  <dc:subject>Demo seed document</dc:subject>
  <dc:creator>Dropvault</dc:creator>
  <cp:lastModifiedBy>Dropvault</cp:lastModifiedBy>
  <cp:revision>1</cp:revision>
  <dcterms:created xsi:type="dcterms:W3CDTF">2026-09-26T13:52:46Z</dcterms:created>
  <dcterms:modified xsi:type="dcterms:W3CDTF">2026-09-26T13:52:46Z</dcterms:modified>
</cp:coreProperties>
</file>